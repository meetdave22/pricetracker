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9F8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E9F8E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749040" y="457200"/>
            <a:ext cx="1645920" cy="1645920"/>
          </a:xfrm>
          <a:prstGeom prst="roundRect">
            <a:avLst>
              <a:gd name="adj" fmla="val 11111"/>
            </a:avLst>
          </a:prstGeom>
          <a:solidFill>
            <a:srgbClr val="0E9F8E"/>
          </a:solidFill>
          <a:ln/>
        </p:spPr>
      </p:sp>
      <p:sp>
        <p:nvSpPr>
          <p:cNvPr id="5" name="Text 3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PriceTracker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Price Monitoring &amp; Intelligence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3886200"/>
            <a:ext cx="2743200" cy="3657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· Analyze · Stay Ahead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F0F8F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54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🔍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30175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have no easy way to monitor competitor pricing in real-time without manual effort.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F0F8F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554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⏰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8328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Consuming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30175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checking competitor websites for price changes wastes hours of valuable business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F0F8F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554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📉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35508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Opportunities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30175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alerts, pricing advantages or threats go unnoticed until it's too late to respond.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2880" y="31089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PriceTracker is a full-stack web platform for intelligent competitor price monitoring, built with FastAPI &amp; SQLite.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749040" y="457200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0" y="50292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480560" y="502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login &amp; registration with bcrypt hashing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344168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0" y="1389888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1389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Tracking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1691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manage products with images, categories, prices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2231136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2276856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80560" y="2276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2578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competitor URLs and current prices per product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3118104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0" y="3163824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80560" y="31638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34655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alerts when competitors undercut you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49040" y="4005072"/>
            <a:ext cx="5120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0" y="4050792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80560" y="4050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43525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price changes over time with chart visualization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09928"/>
            <a:ext cx="4023360" cy="1719072"/>
          </a:xfrm>
          <a:prstGeom prst="roundRect">
            <a:avLst>
              <a:gd name="adj" fmla="val 5319"/>
            </a:avLst>
          </a:prstGeom>
          <a:solidFill>
            <a:srgbClr val="F0F8F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801368"/>
            <a:ext cx="164592" cy="16459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55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85416"/>
            <a:ext cx="164592" cy="16459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396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69464"/>
            <a:ext cx="164592" cy="16459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23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953512"/>
            <a:ext cx="164592" cy="16459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077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Auth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995928"/>
            <a:ext cx="4023360" cy="1335024"/>
          </a:xfrm>
          <a:prstGeom prst="roundRect">
            <a:avLst>
              <a:gd name="adj" fmla="val 6849"/>
            </a:avLst>
          </a:prstGeom>
          <a:solidFill>
            <a:srgbClr val="F0F8F7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4087368"/>
            <a:ext cx="164592" cy="16459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41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471416"/>
            <a:ext cx="164592" cy="16459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4256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855464"/>
            <a:ext cx="164592" cy="16459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09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Visualization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1325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709928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F0F8F7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1801368"/>
            <a:ext cx="164592" cy="16459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755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2185416"/>
            <a:ext cx="164592" cy="16459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21396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TrackedProduct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2569464"/>
            <a:ext cx="164592" cy="16459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523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CompetitorPrice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92040" y="2953512"/>
            <a:ext cx="164592" cy="16459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29077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PriceHistory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92040" y="3337560"/>
            <a:ext cx="164592" cy="16459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PriceAlert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4880" y="3995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4379976"/>
            <a:ext cx="4023360" cy="1335024"/>
          </a:xfrm>
          <a:prstGeom prst="roundRect">
            <a:avLst>
              <a:gd name="adj" fmla="val 6849"/>
            </a:avLst>
          </a:prstGeom>
          <a:solidFill>
            <a:srgbClr val="F0F8F7"/>
          </a:solidFill>
          <a:ln/>
        </p:spPr>
      </p:sp>
      <p:sp>
        <p:nvSpPr>
          <p:cNvPr id="36" name="Shape 34"/>
          <p:cNvSpPr/>
          <p:nvPr/>
        </p:nvSpPr>
        <p:spPr>
          <a:xfrm>
            <a:off x="4892040" y="4471416"/>
            <a:ext cx="164592" cy="16459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44256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92040" y="4855464"/>
            <a:ext cx="164592" cy="16459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39" name="Text 37"/>
          <p:cNvSpPr/>
          <p:nvPr/>
        </p:nvSpPr>
        <p:spPr>
          <a:xfrm>
            <a:off x="5166360" y="4809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Engine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92040" y="5239512"/>
            <a:ext cx="164592" cy="16459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51937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5-step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91640" y="2286000"/>
            <a:ext cx="411480" cy="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1051560" cy="105156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30175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 securely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2286000"/>
            <a:ext cx="411480" cy="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76272" y="1417320"/>
            <a:ext cx="1051560" cy="105156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11" name="Text 9"/>
          <p:cNvSpPr/>
          <p:nvPr/>
        </p:nvSpPr>
        <p:spPr>
          <a:xfrm>
            <a:off x="2176272" y="14173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93392" y="2606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93392" y="30175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price, category &amp; image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9784" y="2286000"/>
            <a:ext cx="411480" cy="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95344" y="1417320"/>
            <a:ext cx="1051560" cy="105156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16" name="Text 14"/>
          <p:cNvSpPr/>
          <p:nvPr/>
        </p:nvSpPr>
        <p:spPr>
          <a:xfrm>
            <a:off x="3895344" y="14173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12464" y="2606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Competitors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12464" y="30175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+ current price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48856" y="2286000"/>
            <a:ext cx="411480" cy="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14416" y="1417320"/>
            <a:ext cx="1051560" cy="105156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21" name="Text 19"/>
          <p:cNvSpPr/>
          <p:nvPr/>
        </p:nvSpPr>
        <p:spPr>
          <a:xfrm>
            <a:off x="5614416" y="14173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31536" y="2606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Alerts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31536" y="30175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price threshold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33488" y="1417320"/>
            <a:ext cx="1051560" cy="1051560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25" name="Text 23"/>
          <p:cNvSpPr/>
          <p:nvPr/>
        </p:nvSpPr>
        <p:spPr>
          <a:xfrm>
            <a:off x="7333488" y="14173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150608" y="2606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50608" y="30175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alerts &amp; view history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3931920"/>
            <a:ext cx="7680960" cy="914400"/>
          </a:xfrm>
          <a:prstGeom prst="roundRect">
            <a:avLst>
              <a:gd name="adj" fmla="val 12000"/>
            </a:avLst>
          </a:prstGeom>
          <a:solidFill>
            <a:srgbClr val="0E2233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977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changes are simulated or manually updated ·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fire automatically when competitor drops below your threshold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7315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Full-stack FastAPI web app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270662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Secure JWT authentication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31272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Multi-user product tracking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35478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Competitor price comparison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9684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Real-time alert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389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Price history &amp; charting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2743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89120" y="1005840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F0F8F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03327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74920" y="1115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web scraping to fetch live prices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1783080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F0F8F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181051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8928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SMS notification integration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2560320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F0F8F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0" y="258775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74920" y="26700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price trend predictions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3337560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F0F8F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336499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74920" y="3447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on-the-go monitoring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89120" y="4114800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F0F8F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0560" y="414223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74920" y="4224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 integrations (Amazon, Flipkart)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4663440"/>
            <a:ext cx="4389120" cy="365760"/>
          </a:xfrm>
          <a:prstGeom prst="roundRect">
            <a:avLst>
              <a:gd name="adj" fmla="val 20000"/>
            </a:avLst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4663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FastAPI · SQLAlchemy · Jinja2 · Python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PriceTracker - Competitor Price Monitoring System</dc:title>
  <dc:subject>PptxGenJS Presentation</dc:subject>
  <dc:creator>PptxGenJS</dc:creator>
  <cp:lastModifiedBy>PptxGenJS</cp:lastModifiedBy>
  <cp:revision>1</cp:revision>
  <dcterms:created xsi:type="dcterms:W3CDTF">2026-06-22T04:14:56Z</dcterms:created>
  <dcterms:modified xsi:type="dcterms:W3CDTF">2026-06-22T04:14:56Z</dcterms:modified>
</cp:coreProperties>
</file>